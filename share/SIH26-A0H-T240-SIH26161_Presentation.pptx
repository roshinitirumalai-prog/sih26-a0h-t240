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yQAP88UhxH0FoT8wX6qRmOXyW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jp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shaastramag.iitm.ac.in/interview/most-dam-failures-india-happen-small-dams" TargetMode="External"/><Relationship Id="rId9" Type="http://schemas.openxmlformats.org/officeDocument/2006/relationships/image" Target="../media/image11.png"/><Relationship Id="rId5" Type="http://schemas.openxmlformats.org/officeDocument/2006/relationships/hyperlink" Target="https://www.esa.int/Applications/Observing_the_Earth/Wetland_management_on_the_radar" TargetMode="External"/><Relationship Id="rId6" Type="http://schemas.openxmlformats.org/officeDocument/2006/relationships/hyperlink" Target="https://www.hec.usace.army.mil/software/hec-ras/features.aspx" TargetMode="External"/><Relationship Id="rId7" Type="http://schemas.openxmlformats.org/officeDocument/2006/relationships/hyperlink" Target="https://www.sciencedirect.com/science/article/abs/pii/S0022169412003605" TargetMode="External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7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Garamond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73" y="2076450"/>
            <a:ext cx="6874500" cy="4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–26161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ProblemStatement-Da</a:t>
            </a:r>
            <a:r>
              <a:rPr b="1" lang="en-US" sz="2400">
                <a:solidFill>
                  <a:schemeClr val="dk1"/>
                </a:solidFill>
              </a:rPr>
              <a:t>m Inundation Model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Theme-Disaster Management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ID-SIH26-A0H-T240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400">
                <a:solidFill>
                  <a:schemeClr val="dk1"/>
                </a:solidFill>
              </a:rPr>
              <a:t>-TechNova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832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453843" y="142310"/>
            <a:ext cx="84540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53734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1" lang="en-US" sz="20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INTEGRATED DAM BREAK FLOOD PREDICTION &amp; DECISION SUPPORT SYSTEM</a:t>
            </a:r>
            <a:endParaRPr b="1" i="1" sz="20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518" y="1408301"/>
            <a:ext cx="11608962" cy="519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518" y="1188389"/>
            <a:ext cx="11608962" cy="11854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513328" y="4671355"/>
            <a:ext cx="6387152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INNOVATION: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predicting </a:t>
            </a:r>
            <a:r>
              <a:rPr b="1" i="0" lang="en-US" sz="2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water goes to predicting </a:t>
            </a:r>
            <a:r>
              <a:rPr b="1" i="0" lang="en-US" sz="2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be affected, </a:t>
            </a:r>
            <a:r>
              <a:rPr b="1" i="0" lang="en-US" sz="2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0" i="0" lang="en-US" sz="2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will happen, and </a:t>
            </a:r>
            <a:r>
              <a:rPr b="1" i="0" lang="en-US" sz="2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evacuation should be prioritized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525" y="142300"/>
            <a:ext cx="932998" cy="106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40" y="1188720"/>
            <a:ext cx="8036560" cy="5130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4042" y="1188719"/>
            <a:ext cx="3294278" cy="5029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125" y="1500"/>
            <a:ext cx="1042694" cy="118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500" y="1059575"/>
            <a:ext cx="9940900" cy="509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609" y="1511"/>
            <a:ext cx="1003853" cy="114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88" y="1144500"/>
            <a:ext cx="10702212" cy="517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88" y="46400"/>
            <a:ext cx="901181" cy="106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609599" y="2228324"/>
            <a:ext cx="483325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https://shaastramag.iitm.ac.in/interview/most-dam-failures-india-happen-small-dams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https://www.esa.int/Applications/Observing_the_Earth/Wetland_management_on_the_radar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https://www.hec.usace.army.mil/software/hec-ras/features.aspx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https://www.sciencedirect.com/science/article/abs/pii/S0022169412003605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819469" y="1123367"/>
            <a:ext cx="25750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7001705" y="1104706"/>
            <a:ext cx="39033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BASE SOURCE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31138" y="1990675"/>
            <a:ext cx="3644424" cy="389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725" y="210150"/>
            <a:ext cx="1054185" cy="120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